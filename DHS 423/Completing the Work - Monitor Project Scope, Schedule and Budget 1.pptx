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0" r:id="rId3"/>
  </p:sldMasterIdLst>
  <p:notesMasterIdLst>
    <p:notesMasterId r:id="rId41"/>
  </p:notesMasterIdLst>
  <p:handoutMasterIdLst>
    <p:handoutMasterId r:id="rId42"/>
  </p:handoutMasterIdLst>
  <p:sldIdLst>
    <p:sldId id="257" r:id="rId4"/>
    <p:sldId id="261" r:id="rId5"/>
    <p:sldId id="354" r:id="rId6"/>
    <p:sldId id="355" r:id="rId7"/>
    <p:sldId id="356" r:id="rId8"/>
    <p:sldId id="357" r:id="rId9"/>
    <p:sldId id="358" r:id="rId10"/>
    <p:sldId id="373" r:id="rId11"/>
    <p:sldId id="359" r:id="rId12"/>
    <p:sldId id="360" r:id="rId13"/>
    <p:sldId id="372" r:id="rId14"/>
    <p:sldId id="361" r:id="rId15"/>
    <p:sldId id="333" r:id="rId16"/>
    <p:sldId id="334" r:id="rId17"/>
    <p:sldId id="363" r:id="rId18"/>
    <p:sldId id="335" r:id="rId19"/>
    <p:sldId id="336" r:id="rId20"/>
    <p:sldId id="337" r:id="rId21"/>
    <p:sldId id="340" r:id="rId22"/>
    <p:sldId id="365" r:id="rId23"/>
    <p:sldId id="366" r:id="rId24"/>
    <p:sldId id="367" r:id="rId25"/>
    <p:sldId id="368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38" r:id="rId34"/>
    <p:sldId id="348" r:id="rId35"/>
    <p:sldId id="369" r:id="rId36"/>
    <p:sldId id="370" r:id="rId37"/>
    <p:sldId id="352" r:id="rId38"/>
    <p:sldId id="371" r:id="rId39"/>
    <p:sldId id="289" r:id="rId40"/>
  </p:sldIdLst>
  <p:sldSz cx="1219517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003399"/>
    <a:srgbClr val="FFFFFF"/>
    <a:srgbClr val="7A0000"/>
    <a:srgbClr val="DDDDDD"/>
    <a:srgbClr val="662C5B"/>
    <a:srgbClr val="000000"/>
    <a:srgbClr val="660033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3263" autoAdjust="0"/>
  </p:normalViewPr>
  <p:slideViewPr>
    <p:cSldViewPr>
      <p:cViewPr varScale="1">
        <p:scale>
          <a:sx n="77" d="100"/>
          <a:sy n="77" d="100"/>
        </p:scale>
        <p:origin x="902" y="43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Ehimen Okoh" userId="4abbb07ebdea56cc" providerId="LiveId" clId="{1447AD9A-2FAE-4861-AF12-1135C548DB74}"/>
    <pc:docChg chg="undo custSel addSld delSld modSld sldOrd">
      <pc:chgData name="Emmanuel Ehimen Okoh" userId="4abbb07ebdea56cc" providerId="LiveId" clId="{1447AD9A-2FAE-4861-AF12-1135C548DB74}" dt="2026-04-24T15:41:54.519" v="223" actId="20577"/>
      <pc:docMkLst>
        <pc:docMk/>
      </pc:docMkLst>
      <pc:sldChg chg="modSp mod">
        <pc:chgData name="Emmanuel Ehimen Okoh" userId="4abbb07ebdea56cc" providerId="LiveId" clId="{1447AD9A-2FAE-4861-AF12-1135C548DB74}" dt="2026-04-24T00:22:18.787" v="3" actId="255"/>
        <pc:sldMkLst>
          <pc:docMk/>
          <pc:sldMk cId="438640431" sldId="261"/>
        </pc:sldMkLst>
        <pc:spChg chg="mod">
          <ac:chgData name="Emmanuel Ehimen Okoh" userId="4abbb07ebdea56cc" providerId="LiveId" clId="{1447AD9A-2FAE-4861-AF12-1135C548DB74}" dt="2026-04-24T00:21:52.976" v="1" actId="255"/>
          <ac:spMkLst>
            <pc:docMk/>
            <pc:sldMk cId="438640431" sldId="261"/>
            <ac:spMk id="2" creationId="{00000000-0000-0000-0000-000000000000}"/>
          </ac:spMkLst>
        </pc:spChg>
        <pc:spChg chg="mod">
          <ac:chgData name="Emmanuel Ehimen Okoh" userId="4abbb07ebdea56cc" providerId="LiveId" clId="{1447AD9A-2FAE-4861-AF12-1135C548DB74}" dt="2026-04-24T00:22:18.787" v="3" actId="255"/>
          <ac:spMkLst>
            <pc:docMk/>
            <pc:sldMk cId="438640431" sldId="261"/>
            <ac:spMk id="3" creationId="{00000000-0000-0000-0000-000000000000}"/>
          </ac:spMkLst>
        </pc:spChg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706558453" sldId="288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977856471" sldId="291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481254862" sldId="292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962740361" sldId="294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747245291" sldId="295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857143310" sldId="296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911721610" sldId="297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974017071" sldId="298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980900268" sldId="299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77265446" sldId="300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757782543" sldId="301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104588672" sldId="302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627315634" sldId="303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656861147" sldId="304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689232449" sldId="305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481181615" sldId="306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669275447" sldId="307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4150655936" sldId="308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540861701" sldId="309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78471815" sldId="310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121394412" sldId="311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814350021" sldId="312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290868194" sldId="313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979749693" sldId="314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688306588" sldId="315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531357412" sldId="316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70284085" sldId="317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774235614" sldId="318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345426119" sldId="319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497632995" sldId="320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312909933" sldId="321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070093281" sldId="322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72371109" sldId="323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446616873" sldId="324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543595809" sldId="325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78426273" sldId="326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731201693" sldId="327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154420118" sldId="328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2489910583" sldId="329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62790933" sldId="330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987769574" sldId="331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4066360973" sldId="332"/>
        </pc:sldMkLst>
      </pc:sldChg>
      <pc:sldChg chg="modSp add del mod">
        <pc:chgData name="Emmanuel Ehimen Okoh" userId="4abbb07ebdea56cc" providerId="LiveId" clId="{1447AD9A-2FAE-4861-AF12-1135C548DB74}" dt="2026-04-24T01:01:27.717" v="196" actId="255"/>
        <pc:sldMkLst>
          <pc:docMk/>
          <pc:sldMk cId="1525613437" sldId="333"/>
        </pc:sldMkLst>
        <pc:spChg chg="mod">
          <ac:chgData name="Emmanuel Ehimen Okoh" userId="4abbb07ebdea56cc" providerId="LiveId" clId="{1447AD9A-2FAE-4861-AF12-1135C548DB74}" dt="2026-04-24T01:01:27.717" v="196" actId="255"/>
          <ac:spMkLst>
            <pc:docMk/>
            <pc:sldMk cId="1525613437" sldId="333"/>
            <ac:spMk id="2" creationId="{ADD03FF0-5CF8-B6EE-ACE1-12DEC14B7775}"/>
          </ac:spMkLst>
        </pc:spChg>
      </pc:sldChg>
      <pc:sldChg chg="add del">
        <pc:chgData name="Emmanuel Ehimen Okoh" userId="4abbb07ebdea56cc" providerId="LiveId" clId="{1447AD9A-2FAE-4861-AF12-1135C548DB74}" dt="2026-04-24T01:00:59.567" v="195"/>
        <pc:sldMkLst>
          <pc:docMk/>
          <pc:sldMk cId="1139779163" sldId="334"/>
        </pc:sldMkLst>
      </pc:sldChg>
      <pc:sldChg chg="add del">
        <pc:chgData name="Emmanuel Ehimen Okoh" userId="4abbb07ebdea56cc" providerId="LiveId" clId="{1447AD9A-2FAE-4861-AF12-1135C548DB74}" dt="2026-04-24T01:03:33.334" v="198"/>
        <pc:sldMkLst>
          <pc:docMk/>
          <pc:sldMk cId="2167303127" sldId="335"/>
        </pc:sldMkLst>
      </pc:sldChg>
      <pc:sldChg chg="add del">
        <pc:chgData name="Emmanuel Ehimen Okoh" userId="4abbb07ebdea56cc" providerId="LiveId" clId="{1447AD9A-2FAE-4861-AF12-1135C548DB74}" dt="2026-04-24T01:05:18.336" v="199"/>
        <pc:sldMkLst>
          <pc:docMk/>
          <pc:sldMk cId="4103451382" sldId="336"/>
        </pc:sldMkLst>
      </pc:sldChg>
      <pc:sldChg chg="add del">
        <pc:chgData name="Emmanuel Ehimen Okoh" userId="4abbb07ebdea56cc" providerId="LiveId" clId="{1447AD9A-2FAE-4861-AF12-1135C548DB74}" dt="2026-04-24T01:05:18.336" v="199"/>
        <pc:sldMkLst>
          <pc:docMk/>
          <pc:sldMk cId="2015260458" sldId="337"/>
        </pc:sldMkLst>
      </pc:sldChg>
      <pc:sldChg chg="add del">
        <pc:chgData name="Emmanuel Ehimen Okoh" userId="4abbb07ebdea56cc" providerId="LiveId" clId="{1447AD9A-2FAE-4861-AF12-1135C548DB74}" dt="2026-04-24T01:16:28.999" v="208"/>
        <pc:sldMkLst>
          <pc:docMk/>
          <pc:sldMk cId="3039245954" sldId="338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4268411344" sldId="339"/>
        </pc:sldMkLst>
      </pc:sldChg>
      <pc:sldChg chg="add del ord">
        <pc:chgData name="Emmanuel Ehimen Okoh" userId="4abbb07ebdea56cc" providerId="LiveId" clId="{1447AD9A-2FAE-4861-AF12-1135C548DB74}" dt="2026-04-24T01:08:48.508" v="205"/>
        <pc:sldMkLst>
          <pc:docMk/>
          <pc:sldMk cId="1577899633" sldId="340"/>
        </pc:sldMkLst>
      </pc:sldChg>
      <pc:sldChg chg="modSp add del mod">
        <pc:chgData name="Emmanuel Ehimen Okoh" userId="4abbb07ebdea56cc" providerId="LiveId" clId="{1447AD9A-2FAE-4861-AF12-1135C548DB74}" dt="2026-04-24T15:41:11.161" v="213" actId="20577"/>
        <pc:sldMkLst>
          <pc:docMk/>
          <pc:sldMk cId="1897287159" sldId="341"/>
        </pc:sldMkLst>
        <pc:spChg chg="mod">
          <ac:chgData name="Emmanuel Ehimen Okoh" userId="4abbb07ebdea56cc" providerId="LiveId" clId="{1447AD9A-2FAE-4861-AF12-1135C548DB74}" dt="2026-04-24T15:41:11.161" v="213" actId="20577"/>
          <ac:spMkLst>
            <pc:docMk/>
            <pc:sldMk cId="1897287159" sldId="341"/>
            <ac:spMk id="2" creationId="{ABE2B2E7-A9B0-0FE7-F616-386FA3942218}"/>
          </ac:spMkLst>
        </pc:spChg>
      </pc:sldChg>
      <pc:sldChg chg="modSp add del mod">
        <pc:chgData name="Emmanuel Ehimen Okoh" userId="4abbb07ebdea56cc" providerId="LiveId" clId="{1447AD9A-2FAE-4861-AF12-1135C548DB74}" dt="2026-04-24T15:41:22.958" v="215" actId="20577"/>
        <pc:sldMkLst>
          <pc:docMk/>
          <pc:sldMk cId="1468559314" sldId="342"/>
        </pc:sldMkLst>
        <pc:spChg chg="mod">
          <ac:chgData name="Emmanuel Ehimen Okoh" userId="4abbb07ebdea56cc" providerId="LiveId" clId="{1447AD9A-2FAE-4861-AF12-1135C548DB74}" dt="2026-04-24T15:41:22.958" v="215" actId="20577"/>
          <ac:spMkLst>
            <pc:docMk/>
            <pc:sldMk cId="1468559314" sldId="342"/>
            <ac:spMk id="2" creationId="{BD920E0B-98B6-8EBC-C0B8-6488372B754D}"/>
          </ac:spMkLst>
        </pc:spChg>
      </pc:sldChg>
      <pc:sldChg chg="modSp add del mod">
        <pc:chgData name="Emmanuel Ehimen Okoh" userId="4abbb07ebdea56cc" providerId="LiveId" clId="{1447AD9A-2FAE-4861-AF12-1135C548DB74}" dt="2026-04-24T15:41:31.047" v="217" actId="20577"/>
        <pc:sldMkLst>
          <pc:docMk/>
          <pc:sldMk cId="2516823456" sldId="343"/>
        </pc:sldMkLst>
        <pc:spChg chg="mod">
          <ac:chgData name="Emmanuel Ehimen Okoh" userId="4abbb07ebdea56cc" providerId="LiveId" clId="{1447AD9A-2FAE-4861-AF12-1135C548DB74}" dt="2026-04-24T15:41:31.047" v="217" actId="20577"/>
          <ac:spMkLst>
            <pc:docMk/>
            <pc:sldMk cId="2516823456" sldId="343"/>
            <ac:spMk id="2" creationId="{B74DEF62-93AE-1FBE-E4FF-B4E3D57FF8BF}"/>
          </ac:spMkLst>
        </pc:spChg>
      </pc:sldChg>
      <pc:sldChg chg="modSp add del mod">
        <pc:chgData name="Emmanuel Ehimen Okoh" userId="4abbb07ebdea56cc" providerId="LiveId" clId="{1447AD9A-2FAE-4861-AF12-1135C548DB74}" dt="2026-04-24T15:41:38.926" v="219" actId="20577"/>
        <pc:sldMkLst>
          <pc:docMk/>
          <pc:sldMk cId="1697335666" sldId="344"/>
        </pc:sldMkLst>
        <pc:spChg chg="mod">
          <ac:chgData name="Emmanuel Ehimen Okoh" userId="4abbb07ebdea56cc" providerId="LiveId" clId="{1447AD9A-2FAE-4861-AF12-1135C548DB74}" dt="2026-04-24T15:41:38.926" v="219" actId="20577"/>
          <ac:spMkLst>
            <pc:docMk/>
            <pc:sldMk cId="1697335666" sldId="344"/>
            <ac:spMk id="2" creationId="{08D1C534-11C2-80BD-52BE-4C7A321454D5}"/>
          </ac:spMkLst>
        </pc:spChg>
      </pc:sldChg>
      <pc:sldChg chg="modSp add del mod">
        <pc:chgData name="Emmanuel Ehimen Okoh" userId="4abbb07ebdea56cc" providerId="LiveId" clId="{1447AD9A-2FAE-4861-AF12-1135C548DB74}" dt="2026-04-24T15:41:47.479" v="221" actId="20577"/>
        <pc:sldMkLst>
          <pc:docMk/>
          <pc:sldMk cId="3576410097" sldId="345"/>
        </pc:sldMkLst>
        <pc:spChg chg="mod">
          <ac:chgData name="Emmanuel Ehimen Okoh" userId="4abbb07ebdea56cc" providerId="LiveId" clId="{1447AD9A-2FAE-4861-AF12-1135C548DB74}" dt="2026-04-24T15:41:47.479" v="221" actId="20577"/>
          <ac:spMkLst>
            <pc:docMk/>
            <pc:sldMk cId="3576410097" sldId="345"/>
            <ac:spMk id="2" creationId="{B0203FAC-EE14-939D-EC9C-A94A2C7E5C37}"/>
          </ac:spMkLst>
        </pc:spChg>
      </pc:sldChg>
      <pc:sldChg chg="modSp add del mod">
        <pc:chgData name="Emmanuel Ehimen Okoh" userId="4abbb07ebdea56cc" providerId="LiveId" clId="{1447AD9A-2FAE-4861-AF12-1135C548DB74}" dt="2026-04-24T15:41:54.519" v="223" actId="20577"/>
        <pc:sldMkLst>
          <pc:docMk/>
          <pc:sldMk cId="1262920962" sldId="346"/>
        </pc:sldMkLst>
        <pc:spChg chg="mod">
          <ac:chgData name="Emmanuel Ehimen Okoh" userId="4abbb07ebdea56cc" providerId="LiveId" clId="{1447AD9A-2FAE-4861-AF12-1135C548DB74}" dt="2026-04-24T15:41:54.519" v="223" actId="20577"/>
          <ac:spMkLst>
            <pc:docMk/>
            <pc:sldMk cId="1262920962" sldId="346"/>
            <ac:spMk id="2" creationId="{4AF65220-CA2E-273A-7528-9E42447BB2F3}"/>
          </ac:spMkLst>
        </pc:spChg>
      </pc:sldChg>
      <pc:sldChg chg="add del">
        <pc:chgData name="Emmanuel Ehimen Okoh" userId="4abbb07ebdea56cc" providerId="LiveId" clId="{1447AD9A-2FAE-4861-AF12-1135C548DB74}" dt="2026-04-24T01:14:49.890" v="207"/>
        <pc:sldMkLst>
          <pc:docMk/>
          <pc:sldMk cId="1013769118" sldId="347"/>
        </pc:sldMkLst>
      </pc:sldChg>
      <pc:sldChg chg="add del">
        <pc:chgData name="Emmanuel Ehimen Okoh" userId="4abbb07ebdea56cc" providerId="LiveId" clId="{1447AD9A-2FAE-4861-AF12-1135C548DB74}" dt="2026-04-24T01:16:28.999" v="208"/>
        <pc:sldMkLst>
          <pc:docMk/>
          <pc:sldMk cId="1350595415" sldId="348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286215145" sldId="349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948670872" sldId="350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1779632086" sldId="351"/>
        </pc:sldMkLst>
      </pc:sldChg>
      <pc:sldChg chg="add del">
        <pc:chgData name="Emmanuel Ehimen Okoh" userId="4abbb07ebdea56cc" providerId="LiveId" clId="{1447AD9A-2FAE-4861-AF12-1135C548DB74}" dt="2026-04-24T01:18:25.873" v="211"/>
        <pc:sldMkLst>
          <pc:docMk/>
          <pc:sldMk cId="1659306960" sldId="352"/>
        </pc:sldMkLst>
      </pc:sldChg>
      <pc:sldChg chg="del">
        <pc:chgData name="Emmanuel Ehimen Okoh" userId="4abbb07ebdea56cc" providerId="LiveId" clId="{1447AD9A-2FAE-4861-AF12-1135C548DB74}" dt="2026-04-24T00:34:31.868" v="63" actId="47"/>
        <pc:sldMkLst>
          <pc:docMk/>
          <pc:sldMk cId="3065786991" sldId="353"/>
        </pc:sldMkLst>
      </pc:sldChg>
      <pc:sldChg chg="modSp add mod">
        <pc:chgData name="Emmanuel Ehimen Okoh" userId="4abbb07ebdea56cc" providerId="LiveId" clId="{1447AD9A-2FAE-4861-AF12-1135C548DB74}" dt="2026-04-24T00:23:13.696" v="8" actId="255"/>
        <pc:sldMkLst>
          <pc:docMk/>
          <pc:sldMk cId="1203006258" sldId="354"/>
        </pc:sldMkLst>
        <pc:spChg chg="mod">
          <ac:chgData name="Emmanuel Ehimen Okoh" userId="4abbb07ebdea56cc" providerId="LiveId" clId="{1447AD9A-2FAE-4861-AF12-1135C548DB74}" dt="2026-04-24T00:22:52.950" v="6" actId="255"/>
          <ac:spMkLst>
            <pc:docMk/>
            <pc:sldMk cId="1203006258" sldId="354"/>
            <ac:spMk id="2" creationId="{86907D1B-7788-BC0D-DC40-45580D8C5CC5}"/>
          </ac:spMkLst>
        </pc:spChg>
        <pc:spChg chg="mod">
          <ac:chgData name="Emmanuel Ehimen Okoh" userId="4abbb07ebdea56cc" providerId="LiveId" clId="{1447AD9A-2FAE-4861-AF12-1135C548DB74}" dt="2026-04-24T00:23:13.696" v="8" actId="255"/>
          <ac:spMkLst>
            <pc:docMk/>
            <pc:sldMk cId="1203006258" sldId="354"/>
            <ac:spMk id="3" creationId="{8B7D6E4A-9927-3392-92A4-D71EB67E42ED}"/>
          </ac:spMkLst>
        </pc:spChg>
      </pc:sldChg>
      <pc:sldChg chg="modSp add mod">
        <pc:chgData name="Emmanuel Ehimen Okoh" userId="4abbb07ebdea56cc" providerId="LiveId" clId="{1447AD9A-2FAE-4861-AF12-1135C548DB74}" dt="2026-04-24T00:24:18.072" v="14" actId="5793"/>
        <pc:sldMkLst>
          <pc:docMk/>
          <pc:sldMk cId="312672439" sldId="355"/>
        </pc:sldMkLst>
        <pc:spChg chg="mod">
          <ac:chgData name="Emmanuel Ehimen Okoh" userId="4abbb07ebdea56cc" providerId="LiveId" clId="{1447AD9A-2FAE-4861-AF12-1135C548DB74}" dt="2026-04-24T00:23:43.458" v="11" actId="255"/>
          <ac:spMkLst>
            <pc:docMk/>
            <pc:sldMk cId="312672439" sldId="355"/>
            <ac:spMk id="2" creationId="{830CEF86-82DA-F425-FE3E-AF077AD81457}"/>
          </ac:spMkLst>
        </pc:spChg>
        <pc:spChg chg="mod">
          <ac:chgData name="Emmanuel Ehimen Okoh" userId="4abbb07ebdea56cc" providerId="LiveId" clId="{1447AD9A-2FAE-4861-AF12-1135C548DB74}" dt="2026-04-24T00:24:18.072" v="14" actId="5793"/>
          <ac:spMkLst>
            <pc:docMk/>
            <pc:sldMk cId="312672439" sldId="355"/>
            <ac:spMk id="3" creationId="{24DFE57A-7BF0-B043-C680-69BE52C2C21F}"/>
          </ac:spMkLst>
        </pc:spChg>
      </pc:sldChg>
      <pc:sldChg chg="modSp add mod">
        <pc:chgData name="Emmanuel Ehimen Okoh" userId="4abbb07ebdea56cc" providerId="LiveId" clId="{1447AD9A-2FAE-4861-AF12-1135C548DB74}" dt="2026-04-24T00:25:44.300" v="22" actId="5793"/>
        <pc:sldMkLst>
          <pc:docMk/>
          <pc:sldMk cId="208882886" sldId="356"/>
        </pc:sldMkLst>
        <pc:spChg chg="mod">
          <ac:chgData name="Emmanuel Ehimen Okoh" userId="4abbb07ebdea56cc" providerId="LiveId" clId="{1447AD9A-2FAE-4861-AF12-1135C548DB74}" dt="2026-04-24T00:25:12.531" v="19" actId="255"/>
          <ac:spMkLst>
            <pc:docMk/>
            <pc:sldMk cId="208882886" sldId="356"/>
            <ac:spMk id="2" creationId="{1A13FD00-D44E-E35A-F29A-D7AEBD9460B2}"/>
          </ac:spMkLst>
        </pc:spChg>
        <pc:spChg chg="mod">
          <ac:chgData name="Emmanuel Ehimen Okoh" userId="4abbb07ebdea56cc" providerId="LiveId" clId="{1447AD9A-2FAE-4861-AF12-1135C548DB74}" dt="2026-04-24T00:25:44.300" v="22" actId="5793"/>
          <ac:spMkLst>
            <pc:docMk/>
            <pc:sldMk cId="208882886" sldId="356"/>
            <ac:spMk id="3" creationId="{82140386-3444-79DD-61BD-491DDCB95F46}"/>
          </ac:spMkLst>
        </pc:spChg>
      </pc:sldChg>
      <pc:sldChg chg="modSp add mod">
        <pc:chgData name="Emmanuel Ehimen Okoh" userId="4abbb07ebdea56cc" providerId="LiveId" clId="{1447AD9A-2FAE-4861-AF12-1135C548DB74}" dt="2026-04-24T00:26:52.824" v="29" actId="5793"/>
        <pc:sldMkLst>
          <pc:docMk/>
          <pc:sldMk cId="2063117733" sldId="357"/>
        </pc:sldMkLst>
        <pc:spChg chg="mod">
          <ac:chgData name="Emmanuel Ehimen Okoh" userId="4abbb07ebdea56cc" providerId="LiveId" clId="{1447AD9A-2FAE-4861-AF12-1135C548DB74}" dt="2026-04-24T00:26:23.492" v="25" actId="255"/>
          <ac:spMkLst>
            <pc:docMk/>
            <pc:sldMk cId="2063117733" sldId="357"/>
            <ac:spMk id="2" creationId="{7D05367E-7F12-A98F-6E3C-8C251BE2720E}"/>
          </ac:spMkLst>
        </pc:spChg>
        <pc:spChg chg="mod">
          <ac:chgData name="Emmanuel Ehimen Okoh" userId="4abbb07ebdea56cc" providerId="LiveId" clId="{1447AD9A-2FAE-4861-AF12-1135C548DB74}" dt="2026-04-24T00:26:52.824" v="29" actId="5793"/>
          <ac:spMkLst>
            <pc:docMk/>
            <pc:sldMk cId="2063117733" sldId="357"/>
            <ac:spMk id="3" creationId="{1A01A39F-1CFB-FF9B-2698-B9B82E91FC0D}"/>
          </ac:spMkLst>
        </pc:spChg>
      </pc:sldChg>
      <pc:sldChg chg="modSp add mod">
        <pc:chgData name="Emmanuel Ehimen Okoh" userId="4abbb07ebdea56cc" providerId="LiveId" clId="{1447AD9A-2FAE-4861-AF12-1135C548DB74}" dt="2026-04-24T00:57:47.748" v="194" actId="6549"/>
        <pc:sldMkLst>
          <pc:docMk/>
          <pc:sldMk cId="4208063724" sldId="358"/>
        </pc:sldMkLst>
        <pc:spChg chg="mod">
          <ac:chgData name="Emmanuel Ehimen Okoh" userId="4abbb07ebdea56cc" providerId="LiveId" clId="{1447AD9A-2FAE-4861-AF12-1135C548DB74}" dt="2026-04-24T00:27:45.657" v="32" actId="255"/>
          <ac:spMkLst>
            <pc:docMk/>
            <pc:sldMk cId="4208063724" sldId="358"/>
            <ac:spMk id="2" creationId="{696D9776-DD84-B1FF-B4CF-E626B535509C}"/>
          </ac:spMkLst>
        </pc:spChg>
        <pc:spChg chg="mod">
          <ac:chgData name="Emmanuel Ehimen Okoh" userId="4abbb07ebdea56cc" providerId="LiveId" clId="{1447AD9A-2FAE-4861-AF12-1135C548DB74}" dt="2026-04-24T00:57:47.748" v="194" actId="6549"/>
          <ac:spMkLst>
            <pc:docMk/>
            <pc:sldMk cId="4208063724" sldId="358"/>
            <ac:spMk id="3" creationId="{96369A80-0B86-EB1A-32C3-262D5C722A5B}"/>
          </ac:spMkLst>
        </pc:spChg>
      </pc:sldChg>
      <pc:sldChg chg="modSp add mod">
        <pc:chgData name="Emmanuel Ehimen Okoh" userId="4abbb07ebdea56cc" providerId="LiveId" clId="{1447AD9A-2FAE-4861-AF12-1135C548DB74}" dt="2026-04-24T00:29:17.243" v="40" actId="5793"/>
        <pc:sldMkLst>
          <pc:docMk/>
          <pc:sldMk cId="393991519" sldId="359"/>
        </pc:sldMkLst>
        <pc:spChg chg="mod">
          <ac:chgData name="Emmanuel Ehimen Okoh" userId="4abbb07ebdea56cc" providerId="LiveId" clId="{1447AD9A-2FAE-4861-AF12-1135C548DB74}" dt="2026-04-24T00:28:47.955" v="37" actId="255"/>
          <ac:spMkLst>
            <pc:docMk/>
            <pc:sldMk cId="393991519" sldId="359"/>
            <ac:spMk id="2" creationId="{264201C3-3A7E-5314-2C1C-81E9B9F8FD60}"/>
          </ac:spMkLst>
        </pc:spChg>
        <pc:spChg chg="mod">
          <ac:chgData name="Emmanuel Ehimen Okoh" userId="4abbb07ebdea56cc" providerId="LiveId" clId="{1447AD9A-2FAE-4861-AF12-1135C548DB74}" dt="2026-04-24T00:29:17.243" v="40" actId="5793"/>
          <ac:spMkLst>
            <pc:docMk/>
            <pc:sldMk cId="393991519" sldId="359"/>
            <ac:spMk id="3" creationId="{00DE73BF-8DB6-ECB1-3A7A-C27E62E787C6}"/>
          </ac:spMkLst>
        </pc:spChg>
      </pc:sldChg>
      <pc:sldChg chg="modSp add mod">
        <pc:chgData name="Emmanuel Ehimen Okoh" userId="4abbb07ebdea56cc" providerId="LiveId" clId="{1447AD9A-2FAE-4861-AF12-1135C548DB74}" dt="2026-04-24T00:54:55.038" v="158" actId="20577"/>
        <pc:sldMkLst>
          <pc:docMk/>
          <pc:sldMk cId="927831345" sldId="360"/>
        </pc:sldMkLst>
        <pc:spChg chg="mod">
          <ac:chgData name="Emmanuel Ehimen Okoh" userId="4abbb07ebdea56cc" providerId="LiveId" clId="{1447AD9A-2FAE-4861-AF12-1135C548DB74}" dt="2026-04-24T00:30:01.103" v="43" actId="255"/>
          <ac:spMkLst>
            <pc:docMk/>
            <pc:sldMk cId="927831345" sldId="360"/>
            <ac:spMk id="2" creationId="{1C967048-B772-2F70-AEA6-8FEC95E14FF9}"/>
          </ac:spMkLst>
        </pc:spChg>
        <pc:spChg chg="mod">
          <ac:chgData name="Emmanuel Ehimen Okoh" userId="4abbb07ebdea56cc" providerId="LiveId" clId="{1447AD9A-2FAE-4861-AF12-1135C548DB74}" dt="2026-04-24T00:54:55.038" v="158" actId="20577"/>
          <ac:spMkLst>
            <pc:docMk/>
            <pc:sldMk cId="927831345" sldId="360"/>
            <ac:spMk id="3" creationId="{A2F9259B-EC8A-A550-D68B-211B71BF7F53}"/>
          </ac:spMkLst>
        </pc:spChg>
      </pc:sldChg>
      <pc:sldChg chg="addSp modSp add mod">
        <pc:chgData name="Emmanuel Ehimen Okoh" userId="4abbb07ebdea56cc" providerId="LiveId" clId="{1447AD9A-2FAE-4861-AF12-1135C548DB74}" dt="2026-04-24T00:48:31.556" v="145" actId="20577"/>
        <pc:sldMkLst>
          <pc:docMk/>
          <pc:sldMk cId="3872314093" sldId="361"/>
        </pc:sldMkLst>
        <pc:spChg chg="mod">
          <ac:chgData name="Emmanuel Ehimen Okoh" userId="4abbb07ebdea56cc" providerId="LiveId" clId="{1447AD9A-2FAE-4861-AF12-1135C548DB74}" dt="2026-04-24T00:30:57.954" v="48" actId="255"/>
          <ac:spMkLst>
            <pc:docMk/>
            <pc:sldMk cId="3872314093" sldId="361"/>
            <ac:spMk id="2" creationId="{6E76DDBF-0993-D688-04A5-DEBE4D56B455}"/>
          </ac:spMkLst>
        </pc:spChg>
        <pc:spChg chg="mod">
          <ac:chgData name="Emmanuel Ehimen Okoh" userId="4abbb07ebdea56cc" providerId="LiveId" clId="{1447AD9A-2FAE-4861-AF12-1135C548DB74}" dt="2026-04-24T00:48:31.556" v="145" actId="20577"/>
          <ac:spMkLst>
            <pc:docMk/>
            <pc:sldMk cId="3872314093" sldId="361"/>
            <ac:spMk id="3" creationId="{486029E9-2616-696B-1067-45ECD09812DA}"/>
          </ac:spMkLst>
        </pc:spChg>
        <pc:spChg chg="add mod">
          <ac:chgData name="Emmanuel Ehimen Okoh" userId="4abbb07ebdea56cc" providerId="LiveId" clId="{1447AD9A-2FAE-4861-AF12-1135C548DB74}" dt="2026-04-24T00:31:19.208" v="50"/>
          <ac:spMkLst>
            <pc:docMk/>
            <pc:sldMk cId="3872314093" sldId="361"/>
            <ac:spMk id="5" creationId="{9ADA7FDD-F857-6FC2-98FD-1B82C1BFA5DD}"/>
          </ac:spMkLst>
        </pc:spChg>
        <pc:spChg chg="add mod">
          <ac:chgData name="Emmanuel Ehimen Okoh" userId="4abbb07ebdea56cc" providerId="LiveId" clId="{1447AD9A-2FAE-4861-AF12-1135C548DB74}" dt="2026-04-24T00:31:46.101" v="52"/>
          <ac:spMkLst>
            <pc:docMk/>
            <pc:sldMk cId="3872314093" sldId="361"/>
            <ac:spMk id="7" creationId="{FA04D4D2-A6AE-8FE8-B594-A6EFA6DE7BB9}"/>
          </ac:spMkLst>
        </pc:spChg>
        <pc:graphicFrameChg chg="add mod">
          <ac:chgData name="Emmanuel Ehimen Okoh" userId="4abbb07ebdea56cc" providerId="LiveId" clId="{1447AD9A-2FAE-4861-AF12-1135C548DB74}" dt="2026-04-24T00:31:12.212" v="49"/>
          <ac:graphicFrameMkLst>
            <pc:docMk/>
            <pc:sldMk cId="3872314093" sldId="361"/>
            <ac:graphicFrameMk id="4" creationId="{30B4BA08-5BEC-3ECA-8F83-95364D5296EF}"/>
          </ac:graphicFrameMkLst>
        </pc:graphicFrameChg>
        <pc:graphicFrameChg chg="add mod">
          <ac:chgData name="Emmanuel Ehimen Okoh" userId="4abbb07ebdea56cc" providerId="LiveId" clId="{1447AD9A-2FAE-4861-AF12-1135C548DB74}" dt="2026-04-24T00:31:26.442" v="51"/>
          <ac:graphicFrameMkLst>
            <pc:docMk/>
            <pc:sldMk cId="3872314093" sldId="361"/>
            <ac:graphicFrameMk id="6" creationId="{3973FE67-5D64-BAF0-2F46-FCFCF0DD77A5}"/>
          </ac:graphicFrameMkLst>
        </pc:graphicFrameChg>
      </pc:sldChg>
      <pc:sldChg chg="modSp add del mod">
        <pc:chgData name="Emmanuel Ehimen Okoh" userId="4abbb07ebdea56cc" providerId="LiveId" clId="{1447AD9A-2FAE-4861-AF12-1135C548DB74}" dt="2026-04-24T01:02:08.636" v="197" actId="2696"/>
        <pc:sldMkLst>
          <pc:docMk/>
          <pc:sldMk cId="70437150" sldId="362"/>
        </pc:sldMkLst>
        <pc:spChg chg="mod">
          <ac:chgData name="Emmanuel Ehimen Okoh" userId="4abbb07ebdea56cc" providerId="LiveId" clId="{1447AD9A-2FAE-4861-AF12-1135C548DB74}" dt="2026-04-24T00:33:25.857" v="60" actId="255"/>
          <ac:spMkLst>
            <pc:docMk/>
            <pc:sldMk cId="70437150" sldId="362"/>
            <ac:spMk id="2" creationId="{F76AE1B0-0079-F58A-8130-4DFDD57D494C}"/>
          </ac:spMkLst>
        </pc:spChg>
        <pc:spChg chg="mod">
          <ac:chgData name="Emmanuel Ehimen Okoh" userId="4abbb07ebdea56cc" providerId="LiveId" clId="{1447AD9A-2FAE-4861-AF12-1135C548DB74}" dt="2026-04-24T00:33:54.787" v="62" actId="255"/>
          <ac:spMkLst>
            <pc:docMk/>
            <pc:sldMk cId="70437150" sldId="362"/>
            <ac:spMk id="3" creationId="{7FD28AED-FDB4-844F-BFC2-CA254DD75F88}"/>
          </ac:spMkLst>
        </pc:spChg>
      </pc:sldChg>
      <pc:sldChg chg="modSp add mod">
        <pc:chgData name="Emmanuel Ehimen Okoh" userId="4abbb07ebdea56cc" providerId="LiveId" clId="{1447AD9A-2FAE-4861-AF12-1135C548DB74}" dt="2026-04-24T00:35:38.939" v="72" actId="20577"/>
        <pc:sldMkLst>
          <pc:docMk/>
          <pc:sldMk cId="1300877235" sldId="363"/>
        </pc:sldMkLst>
        <pc:spChg chg="mod">
          <ac:chgData name="Emmanuel Ehimen Okoh" userId="4abbb07ebdea56cc" providerId="LiveId" clId="{1447AD9A-2FAE-4861-AF12-1135C548DB74}" dt="2026-04-24T00:35:00.713" v="66" actId="255"/>
          <ac:spMkLst>
            <pc:docMk/>
            <pc:sldMk cId="1300877235" sldId="363"/>
            <ac:spMk id="2" creationId="{96F42D62-A5A3-7E92-2DFB-DB18303DAD07}"/>
          </ac:spMkLst>
        </pc:spChg>
        <pc:spChg chg="mod">
          <ac:chgData name="Emmanuel Ehimen Okoh" userId="4abbb07ebdea56cc" providerId="LiveId" clId="{1447AD9A-2FAE-4861-AF12-1135C548DB74}" dt="2026-04-24T00:35:38.939" v="72" actId="20577"/>
          <ac:spMkLst>
            <pc:docMk/>
            <pc:sldMk cId="1300877235" sldId="363"/>
            <ac:spMk id="3" creationId="{7A48AA0F-015C-526A-D332-467D77C92026}"/>
          </ac:spMkLst>
        </pc:spChg>
      </pc:sldChg>
      <pc:sldChg chg="modSp add del mod">
        <pc:chgData name="Emmanuel Ehimen Okoh" userId="4abbb07ebdea56cc" providerId="LiveId" clId="{1447AD9A-2FAE-4861-AF12-1135C548DB74}" dt="2026-04-24T01:06:03.581" v="200" actId="2696"/>
        <pc:sldMkLst>
          <pc:docMk/>
          <pc:sldMk cId="2055218787" sldId="364"/>
        </pc:sldMkLst>
        <pc:spChg chg="mod">
          <ac:chgData name="Emmanuel Ehimen Okoh" userId="4abbb07ebdea56cc" providerId="LiveId" clId="{1447AD9A-2FAE-4861-AF12-1135C548DB74}" dt="2026-04-24T00:36:11.925" v="75" actId="255"/>
          <ac:spMkLst>
            <pc:docMk/>
            <pc:sldMk cId="2055218787" sldId="364"/>
            <ac:spMk id="2" creationId="{13859F80-4762-E88F-3089-F602B740F7ED}"/>
          </ac:spMkLst>
        </pc:spChg>
        <pc:spChg chg="mod">
          <ac:chgData name="Emmanuel Ehimen Okoh" userId="4abbb07ebdea56cc" providerId="LiveId" clId="{1447AD9A-2FAE-4861-AF12-1135C548DB74}" dt="2026-04-24T00:36:33.788" v="77" actId="255"/>
          <ac:spMkLst>
            <pc:docMk/>
            <pc:sldMk cId="2055218787" sldId="364"/>
            <ac:spMk id="3" creationId="{A3AB9125-E906-20BE-7687-2660D37B4834}"/>
          </ac:spMkLst>
        </pc:spChg>
      </pc:sldChg>
      <pc:sldChg chg="modSp add mod">
        <pc:chgData name="Emmanuel Ehimen Okoh" userId="4abbb07ebdea56cc" providerId="LiveId" clId="{1447AD9A-2FAE-4861-AF12-1135C548DB74}" dt="2026-04-24T00:37:28.242" v="82" actId="255"/>
        <pc:sldMkLst>
          <pc:docMk/>
          <pc:sldMk cId="1723521927" sldId="365"/>
        </pc:sldMkLst>
        <pc:spChg chg="mod">
          <ac:chgData name="Emmanuel Ehimen Okoh" userId="4abbb07ebdea56cc" providerId="LiveId" clId="{1447AD9A-2FAE-4861-AF12-1135C548DB74}" dt="2026-04-24T00:37:04.158" v="80" actId="255"/>
          <ac:spMkLst>
            <pc:docMk/>
            <pc:sldMk cId="1723521927" sldId="365"/>
            <ac:spMk id="2" creationId="{4F9ED359-0A90-D787-4D42-E9C3AA94F1A5}"/>
          </ac:spMkLst>
        </pc:spChg>
        <pc:spChg chg="mod">
          <ac:chgData name="Emmanuel Ehimen Okoh" userId="4abbb07ebdea56cc" providerId="LiveId" clId="{1447AD9A-2FAE-4861-AF12-1135C548DB74}" dt="2026-04-24T00:37:28.242" v="82" actId="255"/>
          <ac:spMkLst>
            <pc:docMk/>
            <pc:sldMk cId="1723521927" sldId="365"/>
            <ac:spMk id="3" creationId="{4358F6BF-3693-7432-1753-4062C2199A3B}"/>
          </ac:spMkLst>
        </pc:spChg>
      </pc:sldChg>
      <pc:sldChg chg="modSp add mod">
        <pc:chgData name="Emmanuel Ehimen Okoh" userId="4abbb07ebdea56cc" providerId="LiveId" clId="{1447AD9A-2FAE-4861-AF12-1135C548DB74}" dt="2026-04-24T00:38:55.547" v="92" actId="15"/>
        <pc:sldMkLst>
          <pc:docMk/>
          <pc:sldMk cId="4032005899" sldId="366"/>
        </pc:sldMkLst>
        <pc:spChg chg="mod">
          <ac:chgData name="Emmanuel Ehimen Okoh" userId="4abbb07ebdea56cc" providerId="LiveId" clId="{1447AD9A-2FAE-4861-AF12-1135C548DB74}" dt="2026-04-24T00:38:00.793" v="85" actId="255"/>
          <ac:spMkLst>
            <pc:docMk/>
            <pc:sldMk cId="4032005899" sldId="366"/>
            <ac:spMk id="2" creationId="{B4A8F85F-F038-47CE-E53B-ABE3EB487D62}"/>
          </ac:spMkLst>
        </pc:spChg>
        <pc:spChg chg="mod">
          <ac:chgData name="Emmanuel Ehimen Okoh" userId="4abbb07ebdea56cc" providerId="LiveId" clId="{1447AD9A-2FAE-4861-AF12-1135C548DB74}" dt="2026-04-24T00:38:55.547" v="92" actId="15"/>
          <ac:spMkLst>
            <pc:docMk/>
            <pc:sldMk cId="4032005899" sldId="366"/>
            <ac:spMk id="3" creationId="{DFAB999D-A72D-BC3F-06AD-602FE8B3B71A}"/>
          </ac:spMkLst>
        </pc:spChg>
      </pc:sldChg>
      <pc:sldChg chg="modSp add mod">
        <pc:chgData name="Emmanuel Ehimen Okoh" userId="4abbb07ebdea56cc" providerId="LiveId" clId="{1447AD9A-2FAE-4861-AF12-1135C548DB74}" dt="2026-04-24T00:40:07.493" v="100" actId="15"/>
        <pc:sldMkLst>
          <pc:docMk/>
          <pc:sldMk cId="3993188148" sldId="367"/>
        </pc:sldMkLst>
        <pc:spChg chg="mod">
          <ac:chgData name="Emmanuel Ehimen Okoh" userId="4abbb07ebdea56cc" providerId="LiveId" clId="{1447AD9A-2FAE-4861-AF12-1135C548DB74}" dt="2026-04-24T00:39:31.607" v="95" actId="255"/>
          <ac:spMkLst>
            <pc:docMk/>
            <pc:sldMk cId="3993188148" sldId="367"/>
            <ac:spMk id="2" creationId="{A17411A8-C894-BDDE-488A-CD205F1C8D49}"/>
          </ac:spMkLst>
        </pc:spChg>
        <pc:spChg chg="mod">
          <ac:chgData name="Emmanuel Ehimen Okoh" userId="4abbb07ebdea56cc" providerId="LiveId" clId="{1447AD9A-2FAE-4861-AF12-1135C548DB74}" dt="2026-04-24T00:40:07.493" v="100" actId="15"/>
          <ac:spMkLst>
            <pc:docMk/>
            <pc:sldMk cId="3993188148" sldId="367"/>
            <ac:spMk id="3" creationId="{6BEF95BD-40DA-C615-08C5-BC2386804678}"/>
          </ac:spMkLst>
        </pc:spChg>
      </pc:sldChg>
      <pc:sldChg chg="modSp add mod">
        <pc:chgData name="Emmanuel Ehimen Okoh" userId="4abbb07ebdea56cc" providerId="LiveId" clId="{1447AD9A-2FAE-4861-AF12-1135C548DB74}" dt="2026-04-24T00:41:52.802" v="106" actId="11"/>
        <pc:sldMkLst>
          <pc:docMk/>
          <pc:sldMk cId="2936911171" sldId="368"/>
        </pc:sldMkLst>
        <pc:spChg chg="mod">
          <ac:chgData name="Emmanuel Ehimen Okoh" userId="4abbb07ebdea56cc" providerId="LiveId" clId="{1447AD9A-2FAE-4861-AF12-1135C548DB74}" dt="2026-04-24T00:40:55.693" v="103" actId="255"/>
          <ac:spMkLst>
            <pc:docMk/>
            <pc:sldMk cId="2936911171" sldId="368"/>
            <ac:spMk id="2" creationId="{D6B0FDCB-E06A-E5B2-F8DD-9E58948C08A2}"/>
          </ac:spMkLst>
        </pc:spChg>
        <pc:spChg chg="mod">
          <ac:chgData name="Emmanuel Ehimen Okoh" userId="4abbb07ebdea56cc" providerId="LiveId" clId="{1447AD9A-2FAE-4861-AF12-1135C548DB74}" dt="2026-04-24T00:41:52.802" v="106" actId="11"/>
          <ac:spMkLst>
            <pc:docMk/>
            <pc:sldMk cId="2936911171" sldId="368"/>
            <ac:spMk id="3" creationId="{E182BCFD-8B51-6E56-09B0-B3B555875FBD}"/>
          </ac:spMkLst>
        </pc:spChg>
      </pc:sldChg>
      <pc:sldChg chg="modSp add mod ord">
        <pc:chgData name="Emmanuel Ehimen Okoh" userId="4abbb07ebdea56cc" providerId="LiveId" clId="{1447AD9A-2FAE-4861-AF12-1135C548DB74}" dt="2026-04-24T01:16:42.895" v="210"/>
        <pc:sldMkLst>
          <pc:docMk/>
          <pc:sldMk cId="2735401158" sldId="369"/>
        </pc:sldMkLst>
        <pc:spChg chg="mod">
          <ac:chgData name="Emmanuel Ehimen Okoh" userId="4abbb07ebdea56cc" providerId="LiveId" clId="{1447AD9A-2FAE-4861-AF12-1135C548DB74}" dt="2026-04-24T00:42:53.248" v="109" actId="255"/>
          <ac:spMkLst>
            <pc:docMk/>
            <pc:sldMk cId="2735401158" sldId="369"/>
            <ac:spMk id="2" creationId="{CC406CE6-DFAC-21F6-4699-93223840730A}"/>
          </ac:spMkLst>
        </pc:spChg>
        <pc:spChg chg="mod">
          <ac:chgData name="Emmanuel Ehimen Okoh" userId="4abbb07ebdea56cc" providerId="LiveId" clId="{1447AD9A-2FAE-4861-AF12-1135C548DB74}" dt="2026-04-24T00:43:34.586" v="114" actId="15"/>
          <ac:spMkLst>
            <pc:docMk/>
            <pc:sldMk cId="2735401158" sldId="369"/>
            <ac:spMk id="3" creationId="{7959F6E2-DF1D-E426-C4BF-07FB03837B96}"/>
          </ac:spMkLst>
        </pc:spChg>
      </pc:sldChg>
      <pc:sldChg chg="modSp add mod">
        <pc:chgData name="Emmanuel Ehimen Okoh" userId="4abbb07ebdea56cc" providerId="LiveId" clId="{1447AD9A-2FAE-4861-AF12-1135C548DB74}" dt="2026-04-24T00:44:53.101" v="123" actId="20577"/>
        <pc:sldMkLst>
          <pc:docMk/>
          <pc:sldMk cId="619413630" sldId="370"/>
        </pc:sldMkLst>
        <pc:spChg chg="mod">
          <ac:chgData name="Emmanuel Ehimen Okoh" userId="4abbb07ebdea56cc" providerId="LiveId" clId="{1447AD9A-2FAE-4861-AF12-1135C548DB74}" dt="2026-04-24T00:44:08.954" v="117" actId="255"/>
          <ac:spMkLst>
            <pc:docMk/>
            <pc:sldMk cId="619413630" sldId="370"/>
            <ac:spMk id="2" creationId="{8839FEA7-FEEE-73FE-B1DA-19EB4236D4DF}"/>
          </ac:spMkLst>
        </pc:spChg>
        <pc:spChg chg="mod">
          <ac:chgData name="Emmanuel Ehimen Okoh" userId="4abbb07ebdea56cc" providerId="LiveId" clId="{1447AD9A-2FAE-4861-AF12-1135C548DB74}" dt="2026-04-24T00:44:53.101" v="123" actId="20577"/>
          <ac:spMkLst>
            <pc:docMk/>
            <pc:sldMk cId="619413630" sldId="370"/>
            <ac:spMk id="3" creationId="{1D10DF85-1568-30B2-471E-2541C4157280}"/>
          </ac:spMkLst>
        </pc:spChg>
      </pc:sldChg>
      <pc:sldChg chg="modSp add mod">
        <pc:chgData name="Emmanuel Ehimen Okoh" userId="4abbb07ebdea56cc" providerId="LiveId" clId="{1447AD9A-2FAE-4861-AF12-1135C548DB74}" dt="2026-04-24T00:46:36.925" v="136" actId="6549"/>
        <pc:sldMkLst>
          <pc:docMk/>
          <pc:sldMk cId="1172409214" sldId="371"/>
        </pc:sldMkLst>
        <pc:spChg chg="mod">
          <ac:chgData name="Emmanuel Ehimen Okoh" userId="4abbb07ebdea56cc" providerId="LiveId" clId="{1447AD9A-2FAE-4861-AF12-1135C548DB74}" dt="2026-04-24T00:45:49.659" v="126" actId="255"/>
          <ac:spMkLst>
            <pc:docMk/>
            <pc:sldMk cId="1172409214" sldId="371"/>
            <ac:spMk id="2" creationId="{1C01AABC-1455-B0A6-C63D-64799A4E86BB}"/>
          </ac:spMkLst>
        </pc:spChg>
        <pc:spChg chg="mod">
          <ac:chgData name="Emmanuel Ehimen Okoh" userId="4abbb07ebdea56cc" providerId="LiveId" clId="{1447AD9A-2FAE-4861-AF12-1135C548DB74}" dt="2026-04-24T00:46:36.925" v="136" actId="6549"/>
          <ac:spMkLst>
            <pc:docMk/>
            <pc:sldMk cId="1172409214" sldId="371"/>
            <ac:spMk id="3" creationId="{83225F28-B31B-C577-5495-15937C0CB362}"/>
          </ac:spMkLst>
        </pc:spChg>
      </pc:sldChg>
      <pc:sldChg chg="modSp add mod">
        <pc:chgData name="Emmanuel Ehimen Okoh" userId="4abbb07ebdea56cc" providerId="LiveId" clId="{1447AD9A-2FAE-4861-AF12-1135C548DB74}" dt="2026-04-24T00:54:03.091" v="152"/>
        <pc:sldMkLst>
          <pc:docMk/>
          <pc:sldMk cId="2285040928" sldId="372"/>
        </pc:sldMkLst>
        <pc:spChg chg="mod">
          <ac:chgData name="Emmanuel Ehimen Okoh" userId="4abbb07ebdea56cc" providerId="LiveId" clId="{1447AD9A-2FAE-4861-AF12-1135C548DB74}" dt="2026-04-24T00:54:03.091" v="152"/>
          <ac:spMkLst>
            <pc:docMk/>
            <pc:sldMk cId="2285040928" sldId="372"/>
            <ac:spMk id="3" creationId="{1B7CAA2B-9676-0362-0D9C-91841235F463}"/>
          </ac:spMkLst>
        </pc:spChg>
      </pc:sldChg>
      <pc:sldChg chg="modSp add mod">
        <pc:chgData name="Emmanuel Ehimen Okoh" userId="4abbb07ebdea56cc" providerId="LiveId" clId="{1447AD9A-2FAE-4861-AF12-1135C548DB74}" dt="2026-04-24T00:57:37.334" v="164" actId="6549"/>
        <pc:sldMkLst>
          <pc:docMk/>
          <pc:sldMk cId="3116179936" sldId="373"/>
        </pc:sldMkLst>
        <pc:spChg chg="mod">
          <ac:chgData name="Emmanuel Ehimen Okoh" userId="4abbb07ebdea56cc" providerId="LiveId" clId="{1447AD9A-2FAE-4861-AF12-1135C548DB74}" dt="2026-04-24T00:57:37.334" v="164" actId="6549"/>
          <ac:spMkLst>
            <pc:docMk/>
            <pc:sldMk cId="3116179936" sldId="373"/>
            <ac:spMk id="3" creationId="{06DEF6AA-D9B7-51E7-0629-C4024A22ADC0}"/>
          </ac:spMkLst>
        </pc:spChg>
      </pc:sldChg>
      <pc:sldChg chg="add del">
        <pc:chgData name="Emmanuel Ehimen Okoh" userId="4abbb07ebdea56cc" providerId="LiveId" clId="{1447AD9A-2FAE-4861-AF12-1135C548DB74}" dt="2026-04-24T01:08:04.362" v="202"/>
        <pc:sldMkLst>
          <pc:docMk/>
          <pc:sldMk cId="1605786467" sldId="3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22F73B2-7CF1-4832-BF09-2E3D082F4856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02B329-9B4F-43B9-920A-39268306AF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3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EDA5C1-9818-47C9-A79E-B4D4158DD3E3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6913"/>
            <a:ext cx="62007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D498802-2017-4E9A-A8AF-781802F703C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22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4813" y="696913"/>
            <a:ext cx="62007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98802-2017-4E9A-A8AF-781802F703C5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229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013" y="0"/>
            <a:ext cx="1242218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047529"/>
            <a:ext cx="10366375" cy="2448271"/>
          </a:xfrm>
          <a:solidFill>
            <a:srgbClr val="003399">
              <a:alpha val="78000"/>
            </a:srgbClr>
          </a:solidFill>
        </p:spPr>
        <p:txBody>
          <a:bodyPr>
            <a:noAutofit/>
          </a:bodyPr>
          <a:lstStyle>
            <a:lvl1pPr>
              <a:defRPr sz="5400" b="0" baseline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MIS Basics – Hardware, Software, Networking, and Security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876800"/>
            <a:ext cx="8537575" cy="1752600"/>
          </a:xfrm>
          <a:solidFill>
            <a:srgbClr val="FFFFFF">
              <a:alpha val="74118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Rockwell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707187" y="-375285"/>
            <a:ext cx="5181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</a:t>
            </a:r>
            <a:r>
              <a:rPr lang="en-US" sz="4000" dirty="0">
                <a:solidFill>
                  <a:srgbClr val="CC0066"/>
                </a:solidFill>
              </a:rPr>
              <a:t>www.aul.edu.ng</a:t>
            </a:r>
          </a:p>
        </p:txBody>
      </p:sp>
      <p:pic>
        <p:nvPicPr>
          <p:cNvPr id="12" name="Picture 11" descr="anchor_logo 22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587" y="40956"/>
            <a:ext cx="2895600" cy="13306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963" y="153144"/>
            <a:ext cx="11714212" cy="1115616"/>
          </a:xfrm>
          <a:solidFill>
            <a:schemeClr val="bg1"/>
          </a:solidFill>
          <a:ln w="57150">
            <a:noFill/>
          </a:ln>
        </p:spPr>
        <p:txBody>
          <a:bodyPr>
            <a:normAutofit/>
          </a:bodyPr>
          <a:lstStyle>
            <a:lvl1pPr algn="l">
              <a:defRPr sz="5400" b="1">
                <a:solidFill>
                  <a:schemeClr val="tx1">
                    <a:lumMod val="95000"/>
                    <a:lumOff val="5000"/>
                  </a:schemeClr>
                </a:solidFill>
                <a:latin typeface="Rockwell Condensed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Hello</a:t>
            </a:r>
            <a:endParaRPr lang="en-GB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0778109" y="6336704"/>
            <a:ext cx="1045349" cy="548680"/>
          </a:xfrm>
          <a:prstGeom prst="rect">
            <a:avLst/>
          </a:prstGeom>
          <a:solidFill>
            <a:srgbClr val="F7F7F7">
              <a:alpha val="45098"/>
            </a:srgbClr>
          </a:solidFill>
        </p:spPr>
        <p:txBody>
          <a:bodyPr vert="horz" lIns="91440" tIns="45720" rIns="91440" bIns="45720" rtlCol="0" anchor="ctr"/>
          <a:lstStyle>
            <a:lvl1pPr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E708FE-ED12-4ACB-81C9-F40A112777FF}" type="slidenum"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pitchFamily="18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9412" y="1412776"/>
            <a:ext cx="11716352" cy="462365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4000"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Char char="§"/>
              <a:defRPr sz="3600">
                <a:solidFill>
                  <a:srgbClr val="7A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itchFamily="34" charset="0"/>
              <a:buChar char="‒"/>
              <a:defRPr sz="3200">
                <a:solidFill>
                  <a:schemeClr val="accent4">
                    <a:lumMod val="50000"/>
                  </a:schemeClr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2800"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5pPr>
          </a:lstStyle>
          <a:p>
            <a:pPr lvl="0"/>
            <a:r>
              <a:rPr lang="en-US" dirty="0"/>
              <a:t>How</a:t>
            </a:r>
            <a:endParaRPr lang="en-GB" dirty="0"/>
          </a:p>
        </p:txBody>
      </p:sp>
      <p:cxnSp>
        <p:nvCxnSpPr>
          <p:cNvPr id="19" name="Straight Connector 18"/>
          <p:cNvCxnSpPr/>
          <p:nvPr userDrawn="1"/>
        </p:nvCxnSpPr>
        <p:spPr>
          <a:xfrm flipV="1">
            <a:off x="8689876" y="1340768"/>
            <a:ext cx="1800001" cy="0"/>
          </a:xfrm>
          <a:prstGeom prst="line">
            <a:avLst/>
          </a:prstGeom>
          <a:ln w="28575">
            <a:solidFill>
              <a:srgbClr val="662C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V="1">
            <a:off x="10526061" y="1340768"/>
            <a:ext cx="719999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V="1">
            <a:off x="11282245" y="1340768"/>
            <a:ext cx="71999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9787" y="6036426"/>
            <a:ext cx="7545388" cy="821575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6920971" y="3093183"/>
            <a:ext cx="2362200" cy="1374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036426"/>
            <a:ext cx="4802187" cy="848958"/>
          </a:xfrm>
          <a:prstGeom prst="rect">
            <a:avLst/>
          </a:prstGeom>
        </p:spPr>
      </p:pic>
      <p:pic>
        <p:nvPicPr>
          <p:cNvPr id="23" name="Picture 22" descr="anchor_logo 22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8257" y="6036426"/>
            <a:ext cx="2303943" cy="794244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373187" y="5874603"/>
            <a:ext cx="34472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		</a:t>
            </a:r>
            <a:r>
              <a:rPr lang="en-US" sz="2600" b="1" dirty="0">
                <a:solidFill>
                  <a:srgbClr val="CC0066"/>
                </a:solidFill>
              </a:rPr>
              <a:t>www.aul.edu.ng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36" y="4406905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36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759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214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983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983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62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974" y="27305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62" y="143510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341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341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341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1502" y="274643"/>
            <a:ext cx="27439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759" y="274643"/>
            <a:ext cx="802849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0FEB-3350-9469-29C9-42922556C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717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9D62B-FEE4-2578-CE5E-66A683174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717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FE144-70F8-453D-FD5C-9DB7A009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0BFB1-3726-28A1-9B08-BE2D8B11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0AC9E-8E60-CF2C-3DBA-7883C0B3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445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9881-6F6A-EBE7-BD9C-A2019A1F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5F680-9D7A-C5C6-4D04-E6F015810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2E412-563F-DCB9-46A2-C0B38A92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1D68F-D38D-2DE7-FDE3-36E13C4B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0AF3E-EA11-2FC3-D76F-8F13EDC7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307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2AFC-8477-003D-CCB0-04AD1B53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877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6E23C-D2A1-77B1-EEC4-22AB2031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87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31BBB-2268-753B-A123-BBED0D6B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1872E-003B-61A5-C769-EA9E4426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27E3C-CA47-0040-024D-45E8A31A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526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BAF3-76F0-A7F3-AA8B-D2FD9FDE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6983A-6D59-47A7-26EC-6BAE83737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318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58A0A-762E-CFFA-8DD2-BE7EFCCC1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788" y="1825625"/>
            <a:ext cx="518318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9BC5B-BAA6-5947-48BD-27C395DF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126DF-AE76-102A-2AA5-063C6CA01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4BEE0-4FF2-E10D-0744-F597F90E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006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44EF-BB74-CA56-EED1-7412DA2F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87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96E39-26E5-BAB0-8655-5B58A1B2A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1245E-361C-516A-FE7D-90CC9AE05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D5E05-330F-8D7B-4123-90CDC20ED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3788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A949C7-1485-DE24-DA87-0E61BF5CE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3788" y="2505075"/>
            <a:ext cx="51847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826D8-F3B8-2278-95EE-F122123A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B689B2-9054-86ED-B8AB-456E5213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99015-6E55-164F-E497-E089E76F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7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9E6E-535F-6646-09C4-87D0AD99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B2C37-27FE-6911-5953-8AD54A42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D444C-8196-143B-AE2E-A31F241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F2A9-58FC-407C-223B-E46C7906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200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44621-A26D-AAD1-5BD0-5F8CCBDC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41B5C-210E-75FE-0A68-92A35C7C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57F26-23EA-22FB-9DF4-0078450E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255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851A9-6290-E9CE-32DC-53A96F96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A6E88-179F-CB48-0EFC-E33AEFD32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775" y="987425"/>
            <a:ext cx="617378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4CE83-9822-63B7-C17F-24A817D96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3424B-61FB-AD9C-DEB0-2BF49912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FDA99-970D-8FEB-EEB1-48B21B98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6D44C-B507-4C7C-C817-AD5C6338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55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9CC7-2881-F1AF-AB3D-38D8E37D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3258D-C8D1-4073-CFD2-733E07D3E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378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9C624-2C06-4513-3C0B-71345FA03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B19FA-0D9F-AF0B-016D-6856C0F7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EFEA0-B197-29CA-2C55-3686DB55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09CC9-1EEF-B056-ED42-C19FAA16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239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0A83-B57C-BF06-C6F2-60C227D07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243E7-838F-24E7-7899-5E8F22937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F383F-88EA-2D3B-3C8A-43862FE5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666-3BC6-CFC7-2497-02FC3B10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0EDE-1BBF-9859-1123-484CB5D5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2978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AB951-CD52-BC2E-8B7C-32F3153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8075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28F23-F9BB-A817-2BAD-79D1C0436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747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5387-B092-FDE0-D7C5-72E5957D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3ADE-42DB-390B-6247-CB97030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978B9-2E2A-EF8B-8E24-B36A25C2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2362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637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757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5" y="4406904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5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788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79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535113"/>
            <a:ext cx="5391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174875"/>
            <a:ext cx="5391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6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4"/>
            <a:ext cx="68183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61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6" y="4800600"/>
            <a:ext cx="731678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776" y="612775"/>
            <a:ext cx="731678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776" y="5367338"/>
            <a:ext cx="73167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2375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74642"/>
            <a:ext cx="808037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MIS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600205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HELLO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760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2E69B-9B3B-437C-9ADF-D56F423A0581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6685" y="6356355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875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431C5-6F27-B1CA-1F0C-CD5FC72C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87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5662C-38B8-E69D-39AE-8A5990B57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87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A3E96-7D43-E1AD-F058-DB542A19F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4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3DAF9-641D-411A-98DF-59C63CDAC8D2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7B83-03E3-25B2-29D6-2FB090389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018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8B75C-04DE-77C1-C90E-DF305C762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2188" y="635635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F4F1E-1DE1-44D7-BC07-3CE4193C04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490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597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4"/>
            <a:ext cx="284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A4263-B01D-4F49-B558-EEB448DAF4C2}" type="datetimeFigureOut">
              <a:rPr lang="en-GB" smtClean="0"/>
              <a:pPr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188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189" y="6356354"/>
            <a:ext cx="28463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06387" y="1676400"/>
            <a:ext cx="11888788" cy="2819400"/>
          </a:xfrm>
          <a:solidFill>
            <a:srgbClr val="003399">
              <a:alpha val="78000"/>
            </a:srgbClr>
          </a:solidFill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Completing the Work:</a:t>
            </a:r>
            <a:br>
              <a:rPr lang="en-GB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 Project Scope, Schedule, and Budget</a:t>
            </a:r>
            <a:endParaRPr lang="en-GB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ubtitle 6"/>
          <p:cNvSpPr txBox="1">
            <a:spLocks/>
          </p:cNvSpPr>
          <p:nvPr/>
        </p:nvSpPr>
        <p:spPr>
          <a:xfrm>
            <a:off x="1830386" y="5410200"/>
            <a:ext cx="8610601" cy="1066800"/>
          </a:xfrm>
          <a:prstGeom prst="rect">
            <a:avLst/>
          </a:prstGeom>
          <a:solidFill>
            <a:srgbClr val="FFFFFF">
              <a:alpha val="74118"/>
            </a:srgbClr>
          </a:solidFill>
        </p:spPr>
        <p:txBody>
          <a:bodyPr vert="horz" lIns="91440" tIns="45720" rIns="91440" bIns="45720" rtlCol="0">
            <a:no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rgbClr val="000000"/>
                </a:solidFill>
                <a:latin typeface="Rockwell" panose="02060603020205020403" pitchFamily="18" charset="0"/>
              </a:rPr>
              <a:t>Dr. Emmanuel Ehimen Okoh</a:t>
            </a:r>
          </a:p>
        </p:txBody>
      </p:sp>
    </p:spTree>
    <p:extLst>
      <p:ext uri="{BB962C8B-B14F-4D97-AF65-F5344CB8AC3E}">
        <p14:creationId xmlns:p14="http://schemas.microsoft.com/office/powerpoint/2010/main" val="395608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63" y="153144"/>
            <a:ext cx="11026824" cy="111561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LEARNING OBJECTIVES</a:t>
            </a:r>
            <a:endParaRPr lang="en-GB" kern="100" dirty="0">
              <a:effectLst/>
              <a:latin typeface="Rockwell" panose="02060603020205020403" pitchFamily="18" charset="0"/>
              <a:ea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the end of this lesson, students should be able to: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Monitor project scope, schedule, and budget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Explain scope creep and gold plating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Understand why schedules and budgets are tracked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Resolve project variances using structured steps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386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55F0-D9F1-7E0D-BD70-2E5129FAD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7D1B-7788-BC0D-DC40-45580D8C5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026824" cy="111561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THINK-PAIR-SHARE (INTERACTIVE)</a:t>
            </a:r>
            <a:endParaRPr lang="en-GB" kern="100" dirty="0">
              <a:effectLst/>
              <a:latin typeface="Rockwell" panose="02060603020205020403" pitchFamily="18" charset="0"/>
              <a:ea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D6E4A-9927-3392-92A4-D71EB67E4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Have you ever worked on a project that went off track?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What caused it?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Was it time, cost, or scope?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(Discuss with a partner for 2 minutes)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00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F7AB-651C-E3BD-6863-26546BCE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CEF86-82DA-F425-FE3E-AF077AD8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026824" cy="1115616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TRIPLE CONSTRAINT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E57A-7BF0-B043-C680-69BE52C2C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Scope = What to do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Schedule = When to do it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Budget = How much it costs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Activity: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Which of these is most difficult to control? Why?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2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0F253-4886-3C88-D1B9-8B9CD40A3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FD00-D44E-E35A-F29A-D7AEBD94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4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MONITORING PROJECT PERFORMANCE</a:t>
            </a:r>
            <a:endParaRPr lang="en-GB" sz="4800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40386-3444-79DD-61BD-491DDCB95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Monitoring involves: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Measuring performance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Comparing with plan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Identifying variances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Taking corrective action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8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1732-F750-FC84-1A36-8560B099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367E-7F12-A98F-6E3C-8C251BE2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QUICK QUIZ (POLL)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A39F-1CFB-FF9B-2698-B9B82E91F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of the following is NOT part of monitoring? 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A. Measuring performance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B. Ignoring problems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C. Comparing with plan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D. Taking action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11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3C853-AB02-FC2A-6255-A1D274A4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9776-DD84-B1FF-B4CF-E626B535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CREEP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69A80-0B86-EB1A-32C3-262D5C722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Uncontrolled expansion of scope without approval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Adding new features without adjusting time or cost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06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1EAA-0800-01E3-99FE-C2996126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E345-25B3-4CCB-A7C2-0CDA676F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CREEP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F6AA-D9B7-51E7-0629-C4024A22A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Causes:</a:t>
            </a:r>
            <a:endParaRPr lang="en-US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Poor requirements definition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stakeholder alignment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Weak change control process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7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1FDF-7030-F21A-F587-A745AFD1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01C3-3A7E-5314-2C1C-81E9B9F8F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ACTIVITY – IDENTIFY THE PROBLEM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E73BF-8DB6-ECB1-3A7A-C27E62E78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Scenario: A client keeps requesting new features informally.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Question: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What is happening?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What should the project manager do?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399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6B4C0-556F-82D7-3D15-E16E4733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7048-B772-2F70-AEA6-8FEC95E1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GOLD PLATING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259B-EC8A-A550-D68B-211B71BF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Adding extra features not requested by the client.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Discussion: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Why might this be harmful?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Insight: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Unlike scope creep (external pressure), gold plating is often </a:t>
            </a: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internally driven by the team</a:t>
            </a: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831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97445-D579-4021-3C3B-5B3C28EC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21AF-AAB4-68FE-4B48-F42FB169F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GOLD PLATING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AA2B-9676-0362-0D9C-91841235F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Effects: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Wasted resources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Increased risk of defects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 dissatisfaction (unexpected changes)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Maintenance complexity</a:t>
            </a:r>
          </a:p>
        </p:txBody>
      </p:sp>
    </p:spTree>
    <p:extLst>
      <p:ext uri="{BB962C8B-B14F-4D97-AF65-F5344CB8AC3E}">
        <p14:creationId xmlns:p14="http://schemas.microsoft.com/office/powerpoint/2010/main" val="228504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E6E2-CB52-403D-798F-27213755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DDBF-0993-D688-04A5-DEBE4D5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(INTERACTIVE)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029E9-2616-696B-1067-45ECD098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Fill the table: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	Scope Creep	       Gold Plating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Source		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Approval		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		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314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46D5B-A893-8F83-D600-0CB10D4B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3FF0-5CF8-B6EE-ACE1-12DEC14B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Schedules Are Tracked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039598-8399-FA95-7DAD-8D3C63FA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Tracking the schedule ensures that the project progresses as planned.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Reasons: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Detect Delays Early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Identifies slippage before it becomes critical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Maintain Deadlines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contractual obligations are met</a:t>
            </a:r>
          </a:p>
        </p:txBody>
      </p:sp>
    </p:spTree>
    <p:extLst>
      <p:ext uri="{BB962C8B-B14F-4D97-AF65-F5344CB8AC3E}">
        <p14:creationId xmlns:p14="http://schemas.microsoft.com/office/powerpoint/2010/main" val="1525613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8125-90F2-673F-2307-F09D2000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C4FE-0921-8C80-8009-CF9E3BF8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Schedules Are Tracked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2CDBA-AA88-8DC0-8AD7-6428C3A52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Resource Optimization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Prevents over/under-utilization of team members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Supports Decision-Making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Enables corrective actions like: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Crashing (adding resources)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 tracking (parallel tasks)</a:t>
            </a:r>
          </a:p>
        </p:txBody>
      </p:sp>
    </p:spTree>
    <p:extLst>
      <p:ext uri="{BB962C8B-B14F-4D97-AF65-F5344CB8AC3E}">
        <p14:creationId xmlns:p14="http://schemas.microsoft.com/office/powerpoint/2010/main" val="1139779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1021-4294-DCAF-7D45-03A3C276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2D62-A5A3-7E92-2DFB-DB18303D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MINI EXERCISE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AA0F-015C-526A-D332-467D77C92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expected progress: 50%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Actual progress: 30%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Question: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the project ahead or behind schedule?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00877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D5B9-C9D9-79F7-E6EE-645D06FB8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DBC7-F5E8-580E-CC8D-4DD995D7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Practical Example: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C6719C-0BC9-462E-D6A9-0226C30D8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construction project planned for </a:t>
            </a: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 months</a:t>
            </a: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After 2 months, only 20% completed instead of 33%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6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➡</a:t>
            </a: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Action: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Investigate delays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 workers (crashing)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Adjust schedule</a:t>
            </a:r>
          </a:p>
        </p:txBody>
      </p:sp>
    </p:spTree>
    <p:extLst>
      <p:ext uri="{BB962C8B-B14F-4D97-AF65-F5344CB8AC3E}">
        <p14:creationId xmlns:p14="http://schemas.microsoft.com/office/powerpoint/2010/main" val="2167303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866B1-7C7D-CBE0-40C7-9E9A51B5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574D-594D-7777-34EB-A1D6FA70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Budgets Are Tracked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7851C2-8D2C-53C2-1904-4BB28D3F7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Budget tracking ensures financial control and project viability.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Reasons: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Prevent Cost Overruns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Keeps spending within approved limits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Ensure Profitability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Critical for business projects</a:t>
            </a:r>
          </a:p>
        </p:txBody>
      </p:sp>
    </p:spTree>
    <p:extLst>
      <p:ext uri="{BB962C8B-B14F-4D97-AF65-F5344CB8AC3E}">
        <p14:creationId xmlns:p14="http://schemas.microsoft.com/office/powerpoint/2010/main" val="4103451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0B61-C92A-F7BA-844E-7D571E7A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F48F-08FE-77D4-1323-A24702E0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Budgets Are Tracked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8904F3-3C7F-3621-3583-58C3D35F4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Accountability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Tracks how funds are used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Forecasting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Predicts final project cost using tools like EVM</a:t>
            </a:r>
          </a:p>
        </p:txBody>
      </p:sp>
    </p:spTree>
    <p:extLst>
      <p:ext uri="{BB962C8B-B14F-4D97-AF65-F5344CB8AC3E}">
        <p14:creationId xmlns:p14="http://schemas.microsoft.com/office/powerpoint/2010/main" val="2015260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B945-ADEC-A73E-447F-D36B951C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6ABD-3232-373E-A61A-932776EA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Budgets Are Tracked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6EC019-A753-C14E-ECE9-81A6B8EF6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Budget = ₦1,000,000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 completed = 40%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Actual spending = ₦600,000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6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➡</a:t>
            </a: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Indicates cost inefficiency → corrective action needed</a:t>
            </a:r>
          </a:p>
        </p:txBody>
      </p:sp>
    </p:spTree>
    <p:extLst>
      <p:ext uri="{BB962C8B-B14F-4D97-AF65-F5344CB8AC3E}">
        <p14:creationId xmlns:p14="http://schemas.microsoft.com/office/powerpoint/2010/main" val="1577899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9B7A-F6D7-1997-B949-FDD125D8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D359-0A90-D787-4D42-E9C3AA94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QUICK CALCULATION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F6BF-3693-7432-1753-4062C2199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Budget: ₦1,000,000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Spent: ₦700,000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 done: 40%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the project efficient?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521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1636-1516-E65C-B4D8-CEF0767E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F85F-F038-47CE-E53B-ABE3EB48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VARIANCE EXPLAINED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B999D-A72D-BC3F-06AD-602FE8B3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Variance = Difference between planned and actual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Types: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Schedule variance</a:t>
            </a:r>
            <a:endParaRPr lang="en-GB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Cost variance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lvl="1"/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variance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005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334F-21FE-8130-1704-2182F29E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11A8-C894-BDDE-488A-CD205F1C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SCENARIO ACTIVITY (GROUP WORK)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95BD-40DA-C615-08C5-BC2386804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project is: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Behind schedule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Over budget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Scope is increasing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Task: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the problems and suggest solutions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88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7B63-5C17-65B0-C1EF-BBE9A0EC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FDCB-E06A-E5B2-F8DD-9E58948C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RESOLVE VARIANCES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2BCFD-8B51-6E56-09B0-B3B555875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57250" lvl="0" indent="-857250">
              <a:spcBef>
                <a:spcPts val="180"/>
              </a:spcBef>
              <a:spcAft>
                <a:spcPts val="180"/>
              </a:spcAft>
              <a:buFont typeface="+mj-lt"/>
              <a:buAutoNum type="romanLcPeriod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problem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57250" lvl="0" indent="-857250">
              <a:spcBef>
                <a:spcPts val="180"/>
              </a:spcBef>
              <a:spcAft>
                <a:spcPts val="180"/>
              </a:spcAft>
              <a:buFont typeface="+mj-lt"/>
              <a:buAutoNum type="romanLcPeriod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 the cause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57250" lvl="0" indent="-857250">
              <a:spcBef>
                <a:spcPts val="180"/>
              </a:spcBef>
              <a:spcAft>
                <a:spcPts val="180"/>
              </a:spcAft>
              <a:buFont typeface="+mj-lt"/>
              <a:buAutoNum type="romanLcPeriod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Evaluate impact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57250" lvl="0" indent="-857250">
              <a:spcBef>
                <a:spcPts val="180"/>
              </a:spcBef>
              <a:spcAft>
                <a:spcPts val="180"/>
              </a:spcAft>
              <a:buFont typeface="+mj-lt"/>
              <a:buAutoNum type="romanLcPeriod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 solutions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57250" lvl="0" indent="-857250">
              <a:spcBef>
                <a:spcPts val="180"/>
              </a:spcBef>
              <a:spcAft>
                <a:spcPts val="180"/>
              </a:spcAft>
              <a:buFont typeface="+mj-lt"/>
              <a:buAutoNum type="romanLcPeriod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 change control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911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D596-1FF7-0E51-CEFA-AE51E0E6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B2E7-A9B0-0FE7-F616-386FA394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Resolving Variances (Scenario-Based Approach)</a:t>
            </a:r>
            <a:endParaRPr lang="en-GB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3DBC4C-2DFA-A8D9-3EF2-3311E95AE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Step-by-Step Framework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1: Identify the Variance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variance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Schedule variance</a:t>
            </a:r>
          </a:p>
          <a:p>
            <a:r>
              <a:rPr lang="en-GB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Cost variance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87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9BD2C-DE3E-1943-A422-E29128E8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0E0B-98B6-8EBC-C0B8-6488372B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Resolving Variances (Scenario-Based Approach)</a:t>
            </a:r>
            <a:endParaRPr lang="en-GB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2CC250-0A97-7C43-DED4-A08B859E7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2: </a:t>
            </a:r>
            <a:r>
              <a:rPr lang="en-GB" sz="3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Root Cause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Poor estimation?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shortage?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changes?</a:t>
            </a:r>
          </a:p>
        </p:txBody>
      </p:sp>
    </p:spTree>
    <p:extLst>
      <p:ext uri="{BB962C8B-B14F-4D97-AF65-F5344CB8AC3E}">
        <p14:creationId xmlns:p14="http://schemas.microsoft.com/office/powerpoint/2010/main" val="1468559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7654B-534A-8E03-D4D0-A6AE9D160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EF62-93AE-1FBE-E4FF-B4E3D57FF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Resolving Variances (Scenario-Based Approach)</a:t>
            </a:r>
            <a:endParaRPr lang="en-GB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6E2BF7-95AB-F5F4-D2FD-0E733340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3: Evaluate Impact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timeline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cost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quality</a:t>
            </a:r>
          </a:p>
        </p:txBody>
      </p:sp>
    </p:spTree>
    <p:extLst>
      <p:ext uri="{BB962C8B-B14F-4D97-AF65-F5344CB8AC3E}">
        <p14:creationId xmlns:p14="http://schemas.microsoft.com/office/powerpoint/2010/main" val="2516823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4F67-0311-8D87-451A-B45554DD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1C534-11C2-80BD-52BE-4C7A3214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Resolving Variances (Scenario-Based Approach)</a:t>
            </a:r>
            <a:endParaRPr lang="en-GB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428161-8D4C-6B5C-E68C-04EBE7875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4: Develop Corrective Actions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control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Schedule adjustment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Budget reallocation</a:t>
            </a:r>
          </a:p>
        </p:txBody>
      </p:sp>
    </p:spTree>
    <p:extLst>
      <p:ext uri="{BB962C8B-B14F-4D97-AF65-F5344CB8AC3E}">
        <p14:creationId xmlns:p14="http://schemas.microsoft.com/office/powerpoint/2010/main" val="1697335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85F7-2CF4-F804-9263-CFBEF99B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3FAC-EE14-939D-EC9C-A94A2C7E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Resolving Variances (Scenario-Based Approach)</a:t>
            </a:r>
            <a:endParaRPr lang="en-GB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6D4858-3039-2DE3-619B-6676A34A0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5: Implement Change Control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Submit change request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Get approval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Update project documents</a:t>
            </a:r>
          </a:p>
        </p:txBody>
      </p:sp>
    </p:spTree>
    <p:extLst>
      <p:ext uri="{BB962C8B-B14F-4D97-AF65-F5344CB8AC3E}">
        <p14:creationId xmlns:p14="http://schemas.microsoft.com/office/powerpoint/2010/main" val="3576410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1CEF-9200-3E95-4085-93F15ED6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5220-CA2E-273A-7528-9E42447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Resolving Variances (Scenario-Based Approach)</a:t>
            </a:r>
            <a:endParaRPr lang="en-GB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18AD14-3DC9-6E2D-3FE9-18F386824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Scenario Example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project to build an e-learning platform: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Planned duration: 4 months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After 2 months: only 25% complete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Budget nearly exhausted</a:t>
            </a:r>
          </a:p>
        </p:txBody>
      </p:sp>
    </p:spTree>
    <p:extLst>
      <p:ext uri="{BB962C8B-B14F-4D97-AF65-F5344CB8AC3E}">
        <p14:creationId xmlns:p14="http://schemas.microsoft.com/office/powerpoint/2010/main" val="1262920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C078-7D5F-441F-8A76-2CCB26BA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5DA6-BA84-CE18-9D50-21FB795D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Resolution Steps: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474A05-2075-10E4-D427-BA191F81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6239175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Stop unauthorized scope additions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Reassess remaining work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Prioritize critical features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Apply schedule compression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 tracking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Crashing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A486123-5B6C-EECF-E607-91FCCF8460BB}"/>
              </a:ext>
            </a:extLst>
          </p:cNvPr>
          <p:cNvSpPr txBox="1">
            <a:spLocks/>
          </p:cNvSpPr>
          <p:nvPr/>
        </p:nvSpPr>
        <p:spPr>
          <a:xfrm>
            <a:off x="6478587" y="1412776"/>
            <a:ext cx="5477175" cy="4623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Char char="§"/>
              <a:defRPr sz="3600" kern="1200">
                <a:solidFill>
                  <a:srgbClr val="7A0000"/>
                </a:solidFill>
                <a:latin typeface="Rockwell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itchFamily="34" charset="0"/>
              <a:buChar char="‒"/>
              <a:defRPr sz="3200" kern="1200">
                <a:solidFill>
                  <a:schemeClr val="accent4">
                    <a:lumMod val="50000"/>
                  </a:schemeClr>
                </a:solidFill>
                <a:latin typeface="Rockwell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»"/>
              <a:defRPr sz="28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Reforecast budget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Communicate with stakeholders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Submit formal change request if needed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69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2C63-373C-F1D9-4CE7-310AA172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94AE-1104-FF1D-0F69-5C73826F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Another Scenario (Scope Issue)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8D8A7D-99F1-8B8C-FCEE-945283EFD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Problem: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 keeps requesting small changes informally.</a:t>
            </a:r>
          </a:p>
        </p:txBody>
      </p:sp>
    </p:spTree>
    <p:extLst>
      <p:ext uri="{BB962C8B-B14F-4D97-AF65-F5344CB8AC3E}">
        <p14:creationId xmlns:p14="http://schemas.microsoft.com/office/powerpoint/2010/main" val="3039245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D3E49-FD68-2BFC-4830-367C99DAE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B39A-888A-13D8-CD0D-A2C85BEF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Another Scenario (Scope Issue)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6DA91D-EF10-73A0-F67D-CB28A1B19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Solution: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Enforce </a:t>
            </a:r>
            <a:r>
              <a:rPr lang="en-GB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Change Control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 all requests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Assess impact before approval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Reject or defer non-critical changes</a:t>
            </a:r>
          </a:p>
        </p:txBody>
      </p:sp>
    </p:spTree>
    <p:extLst>
      <p:ext uri="{BB962C8B-B14F-4D97-AF65-F5344CB8AC3E}">
        <p14:creationId xmlns:p14="http://schemas.microsoft.com/office/powerpoint/2010/main" val="1350595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DE22-781D-3F7F-8FDE-F1A2EDD5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6CE6-DFAC-21F6-4699-932238407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ROLE PLAY (INTERACTIVE)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9F6E2-DF1D-E426-C4BF-07FB0383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Roles: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Project Manager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Client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Team Member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Scenario: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Client requests extra features late in project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 out how to handle it professionally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01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12601-3811-F39C-0015-D1A6D5AA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FEA7-FEEE-73FE-B1DA-19EB4236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DISCUSSION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0DF85-1568-30B2-471E-2541C415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happens if: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Scope is controlled, but budget is not?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lvl="1"/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Budget is controlled, but schedule is not?</a:t>
            </a:r>
            <a:endParaRPr lang="en-GB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413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4CB9-164E-0536-D5A2-AE40250BA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A140-E920-1493-55CB-97B8EAF4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E7AFB3-206A-BFE9-7E21-603A6CF6C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12" y="1412776"/>
            <a:ext cx="11714212" cy="462365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Schedule tracking ensures timely delivery.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Budget tracking ensures financial control.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Variances must be: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Identified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Analyzed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Controlled through structured processes</a:t>
            </a:r>
          </a:p>
        </p:txBody>
      </p:sp>
    </p:spTree>
    <p:extLst>
      <p:ext uri="{BB962C8B-B14F-4D97-AF65-F5344CB8AC3E}">
        <p14:creationId xmlns:p14="http://schemas.microsoft.com/office/powerpoint/2010/main" val="1659306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9A31-2092-19EF-8776-12D3E3F9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AABC-1455-B0A6-C63D-64799A4E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63" y="153144"/>
            <a:ext cx="11865024" cy="1115616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EXIT TICKET</a:t>
            </a:r>
            <a:endParaRPr lang="en-GB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25F28-B31B-C577-5495-15937C0C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briefly: </a:t>
            </a:r>
          </a:p>
          <a:p>
            <a:pPr marL="742950" indent="-74295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 thing you learned today </a:t>
            </a:r>
          </a:p>
          <a:p>
            <a:pPr marL="742950" indent="-74295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 question you still have</a:t>
            </a:r>
            <a:endParaRPr lang="en-GB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409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12" y="0"/>
            <a:ext cx="11716352" cy="60364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8800" b="1" dirty="0"/>
          </a:p>
          <a:p>
            <a:pPr marL="0" indent="0" algn="ctr">
              <a:buNone/>
            </a:pPr>
            <a:r>
              <a:rPr lang="en-US" sz="8800" b="1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27904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1888387</TotalTime>
  <Words>926</Words>
  <Application>Microsoft Office PowerPoint</Application>
  <PresentationFormat>Custom</PresentationFormat>
  <Paragraphs>197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Courier New</vt:lpstr>
      <vt:lpstr>Georgia</vt:lpstr>
      <vt:lpstr>Rockwell</vt:lpstr>
      <vt:lpstr>Rockwell Condensed</vt:lpstr>
      <vt:lpstr>Segoe UI Symbol</vt:lpstr>
      <vt:lpstr>Symbol</vt:lpstr>
      <vt:lpstr>Times New Roman</vt:lpstr>
      <vt:lpstr>Wingdings</vt:lpstr>
      <vt:lpstr>Office Theme</vt:lpstr>
      <vt:lpstr>1_Custom Design</vt:lpstr>
      <vt:lpstr>Custom Design</vt:lpstr>
      <vt:lpstr>Completing the Work: Monitor Project Scope, Schedule, and Budget</vt:lpstr>
      <vt:lpstr>LEARNING OBJECTIVES</vt:lpstr>
      <vt:lpstr>THINK-PAIR-SHARE (INTERACTIVE)</vt:lpstr>
      <vt:lpstr>THE TRIPLE CONSTRAINT</vt:lpstr>
      <vt:lpstr>MONITORING PROJECT PERFORMANCE</vt:lpstr>
      <vt:lpstr>QUICK QUIZ (POLL)</vt:lpstr>
      <vt:lpstr>SCOPE CREEP</vt:lpstr>
      <vt:lpstr>SCOPE CREEP</vt:lpstr>
      <vt:lpstr>ACTIVITY – IDENTIFY THE PROBLEM</vt:lpstr>
      <vt:lpstr>GOLD PLATING</vt:lpstr>
      <vt:lpstr>GOLD PLATING</vt:lpstr>
      <vt:lpstr>COMPARE (INTERACTIVE)</vt:lpstr>
      <vt:lpstr>Why Schedules Are Tracked</vt:lpstr>
      <vt:lpstr>Why Schedules Are Tracked</vt:lpstr>
      <vt:lpstr>MINI EXERCISE</vt:lpstr>
      <vt:lpstr>Practical Example:</vt:lpstr>
      <vt:lpstr>Why Budgets Are Tracked</vt:lpstr>
      <vt:lpstr>Why Budgets Are Tracked</vt:lpstr>
      <vt:lpstr>Why Budgets Are Tracked</vt:lpstr>
      <vt:lpstr>QUICK CALCULATION</vt:lpstr>
      <vt:lpstr>VARIANCE EXPLAINED</vt:lpstr>
      <vt:lpstr>SCENARIO ACTIVITY (GROUP WORK)</vt:lpstr>
      <vt:lpstr>STEPS TO RESOLVE VARIANCES</vt:lpstr>
      <vt:lpstr>Resolving Variances (Scenario-Based Approach)</vt:lpstr>
      <vt:lpstr>Resolving Variances (Scenario-Based Approach)</vt:lpstr>
      <vt:lpstr>Resolving Variances (Scenario-Based Approach)</vt:lpstr>
      <vt:lpstr>Resolving Variances (Scenario-Based Approach)</vt:lpstr>
      <vt:lpstr>Resolving Variances (Scenario-Based Approach)</vt:lpstr>
      <vt:lpstr>Resolving Variances (Scenario-Based Approach)</vt:lpstr>
      <vt:lpstr>Resolution Steps:</vt:lpstr>
      <vt:lpstr>Another Scenario (Scope Issue)</vt:lpstr>
      <vt:lpstr>Another Scenario (Scope Issue)</vt:lpstr>
      <vt:lpstr>ROLE PLAY (INTERACTIVE)</vt:lpstr>
      <vt:lpstr>CLASS DISCUSSION</vt:lpstr>
      <vt:lpstr>Summary</vt:lpstr>
      <vt:lpstr>EXIT TICKET</vt:lpstr>
      <vt:lpstr>.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Administrative Quality For Vision 10: 2022</dc:title>
  <dc:creator>HP</dc:creator>
  <cp:lastModifiedBy>Emmanuel Ehimen Okoh</cp:lastModifiedBy>
  <cp:revision>223</cp:revision>
  <cp:lastPrinted>2015-08-03T07:22:59Z</cp:lastPrinted>
  <dcterms:created xsi:type="dcterms:W3CDTF">2014-01-31T21:42:27Z</dcterms:created>
  <dcterms:modified xsi:type="dcterms:W3CDTF">2026-04-24T15:41:57Z</dcterms:modified>
</cp:coreProperties>
</file>